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ae5a2afaad4d16" /><Relationship Type="http://schemas.openxmlformats.org/officeDocument/2006/relationships/extended-properties" Target="/docProps/app.xml" Id="Reb4317cbd1634909" /><Relationship Type="http://schemas.openxmlformats.org/officeDocument/2006/relationships/officeDocument" Target="/ppt/presentation.xml" Id="Rf11973460a7d48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d1b47b49ec4dce"/>
  </p:sldMasterIdLst>
  <p:notesMasterIdLst>
    <p:notesMasterId xmlns:r="http://schemas.openxmlformats.org/officeDocument/2006/relationships" r:id="R56fcad4a1e9942c4"/>
  </p:notesMasterIdLst>
  <p:sldIdLst>
    <p:sldId xmlns:r="http://schemas.openxmlformats.org/officeDocument/2006/relationships" id="256" r:id="Rdf265ab8e6234ba6"/>
    <p:sldId xmlns:r="http://schemas.openxmlformats.org/officeDocument/2006/relationships" id="257" r:id="R9b491f81154849b9"/>
    <p:sldId xmlns:r="http://schemas.openxmlformats.org/officeDocument/2006/relationships" id="258" r:id="R2e9f5a988c654894"/>
    <p:sldId xmlns:r="http://schemas.openxmlformats.org/officeDocument/2006/relationships" id="259" r:id="R5f5fe7725bcc4126"/>
    <p:sldId xmlns:r="http://schemas.openxmlformats.org/officeDocument/2006/relationships" id="260" r:id="R84a09ca32a244a3b"/>
    <p:sldId xmlns:r="http://schemas.openxmlformats.org/officeDocument/2006/relationships" id="261" r:id="Rc2e5165990254054"/>
    <p:sldId xmlns:r="http://schemas.openxmlformats.org/officeDocument/2006/relationships" id="262" r:id="Ra23ecdd8e14a4183"/>
    <p:sldId xmlns:r="http://schemas.openxmlformats.org/officeDocument/2006/relationships" id="263" r:id="R83022d5085534e34"/>
    <p:sldId xmlns:r="http://schemas.openxmlformats.org/officeDocument/2006/relationships" id="264" r:id="R4235a044b6fd435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d1b47b49ec4dce" /><Relationship Type="http://schemas.openxmlformats.org/officeDocument/2006/relationships/theme" Target="/ppt/theme/theme1.xml" Id="R8c60f7cadb6a4766" /><Relationship Type="http://schemas.openxmlformats.org/officeDocument/2006/relationships/notesMaster" Target="/ppt/notesMasters/notesMaster1.xml" Id="R56fcad4a1e9942c4" /><Relationship Type="http://schemas.openxmlformats.org/officeDocument/2006/relationships/presProps" Target="/ppt/presProps.xml" Id="Rfa438b9ebc634f2e" /><Relationship Type="http://schemas.openxmlformats.org/officeDocument/2006/relationships/viewProps" Target="/ppt/viewProps.xml" Id="R7fadba6eb3734d68" /><Relationship Type="http://schemas.openxmlformats.org/officeDocument/2006/relationships/tableStyles" Target="/ppt/tableStyles.xml" Id="Rf4e7fa14c0184752" /><Relationship Type="http://schemas.openxmlformats.org/officeDocument/2006/relationships/slide" Target="/ppt/slides/slide1.xml" Id="Rdf265ab8e6234ba6" /><Relationship Type="http://schemas.openxmlformats.org/officeDocument/2006/relationships/slide" Target="/ppt/slides/slide2.xml" Id="R9b491f81154849b9" /><Relationship Type="http://schemas.openxmlformats.org/officeDocument/2006/relationships/slide" Target="/ppt/slides/slide3.xml" Id="R2e9f5a988c654894" /><Relationship Type="http://schemas.openxmlformats.org/officeDocument/2006/relationships/slide" Target="/ppt/slides/slide4.xml" Id="R5f5fe7725bcc4126" /><Relationship Type="http://schemas.openxmlformats.org/officeDocument/2006/relationships/slide" Target="/ppt/slides/slide5.xml" Id="R84a09ca32a244a3b" /><Relationship Type="http://schemas.openxmlformats.org/officeDocument/2006/relationships/slide" Target="/ppt/slides/slide6.xml" Id="Rc2e5165990254054" /><Relationship Type="http://schemas.openxmlformats.org/officeDocument/2006/relationships/slide" Target="/ppt/slides/slide7.xml" Id="Ra23ecdd8e14a4183" /><Relationship Type="http://schemas.openxmlformats.org/officeDocument/2006/relationships/slide" Target="/ppt/slides/slide8.xml" Id="R83022d5085534e34" /><Relationship Type="http://schemas.openxmlformats.org/officeDocument/2006/relationships/slide" Target="/ppt/slides/slide9.xml" Id="R4235a044b6fd43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9538fb64ce242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088e715fe54b61" /><Relationship Type="http://schemas.openxmlformats.org/officeDocument/2006/relationships/notesMaster" Target="/ppt/notesMasters/notesMaster1.xml" Id="R55f4e5b6263f47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ec31caa0224f3f" /><Relationship Type="http://schemas.openxmlformats.org/officeDocument/2006/relationships/notesMaster" Target="/ppt/notesMasters/notesMaster1.xml" Id="R2892b28e932b44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b0345f278a4ef4" /><Relationship Type="http://schemas.openxmlformats.org/officeDocument/2006/relationships/notesMaster" Target="/ppt/notesMasters/notesMaster1.xml" Id="Rc0dee3dff2b641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1e983ce8384818" /><Relationship Type="http://schemas.openxmlformats.org/officeDocument/2006/relationships/notesMaster" Target="/ppt/notesMasters/notesMaster1.xml" Id="R1811ab14698145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8b40e83e6343f5" /><Relationship Type="http://schemas.openxmlformats.org/officeDocument/2006/relationships/notesMaster" Target="/ppt/notesMasters/notesMaster1.xml" Id="Rd76752d5003544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cf3070baad4511" /><Relationship Type="http://schemas.openxmlformats.org/officeDocument/2006/relationships/notesMaster" Target="/ppt/notesMasters/notesMaster1.xml" Id="R7886f64241394b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8852337e9a44d3" /><Relationship Type="http://schemas.openxmlformats.org/officeDocument/2006/relationships/notesMaster" Target="/ppt/notesMasters/notesMaster1.xml" Id="R4856e0e7505446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aca9dc5fa94c46" /><Relationship Type="http://schemas.openxmlformats.org/officeDocument/2006/relationships/notesMaster" Target="/ppt/notesMasters/notesMaster1.xml" Id="Ra6ab28a3c613463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17b3ecfeb84a2e" /><Relationship Type="http://schemas.openxmlformats.org/officeDocument/2006/relationships/notesMaster" Target="/ppt/notesMasters/notesMaster1.xml" Id="Rd3d6955bcf5844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6edc405f7c4ef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1545e695ff348ec" /><Relationship Type="http://schemas.openxmlformats.org/officeDocument/2006/relationships/slideLayout" Target="/ppt/slideLayouts/slideLayout2.xml" Id="R3e05966f26294e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05966f26294e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3a766bdad7446a" /><Relationship Type="http://schemas.openxmlformats.org/officeDocument/2006/relationships/notesSlide" Target="/ppt/notesSlides/notesSlide1.xml" Id="R48a8e1b8d8964f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903efb3cd841bf" /><Relationship Type="http://schemas.openxmlformats.org/officeDocument/2006/relationships/notesSlide" Target="/ppt/notesSlides/notesSlide2.xml" Id="R9a01af2a947d4c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669be4f2d14c0a" /><Relationship Type="http://schemas.openxmlformats.org/officeDocument/2006/relationships/notesSlide" Target="/ppt/notesSlides/notesSlide3.xml" Id="R6f1d2ec053e549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fafb2706e44978" /><Relationship Type="http://schemas.openxmlformats.org/officeDocument/2006/relationships/notesSlide" Target="/ppt/notesSlides/notesSlide4.xml" Id="R577e5ddf602046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32168d184045ab" /><Relationship Type="http://schemas.openxmlformats.org/officeDocument/2006/relationships/notesSlide" Target="/ppt/notesSlides/notesSlide5.xml" Id="Ree11433190834a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062adcfb974a0c" /><Relationship Type="http://schemas.openxmlformats.org/officeDocument/2006/relationships/notesSlide" Target="/ppt/notesSlides/notesSlide6.xml" Id="Re648c59a89f64c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536bf6da1a445c" /><Relationship Type="http://schemas.openxmlformats.org/officeDocument/2006/relationships/notesSlide" Target="/ppt/notesSlides/notesSlide7.xml" Id="R390b578a48ab43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f283b207fb4a95" /><Relationship Type="http://schemas.openxmlformats.org/officeDocument/2006/relationships/notesSlide" Target="/ppt/notesSlides/notesSlide8.xml" Id="R4dd7590ddf644b5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d3f8b221f54bed" /><Relationship Type="http://schemas.openxmlformats.org/officeDocument/2006/relationships/notesSlide" Target="/ppt/notesSlides/notesSlide9.xml" Id="R5d1d8ea5ca3e49e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151A39-3CC4-4DB8-AC25-9B2DD4F7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8E45BC-7462-4095-9D8F-7D4DA542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E68589-5C9F-4130-97BB-B24F7D7F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40857A81-0075-4076-8E26-A6877877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29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6D70EECB-EFA9-4EF5-9D58-103CAF5A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FDBF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FDBFE"/>
                </a:solidFill>
                <a:latin typeface="Aptos"/>
                <a:ea typeface="Aptos"/>
                <a:cs typeface="Aptos"/>
              </a:rPr>
              <a:t>CODEX OPERATING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4B8B5-E1DD-4CCB-9A94-0833E9B3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90600"/>
            <a:ext cx="857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Treat Codex like a teammate you configure, not a one-off prompt box.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495C4B-0FD7-46E3-905F-BEC215FC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527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The best-practice loop is simple: provide task context, plan when the path is uncertain, encode durable guidance, validate the work, and automate only after the workflow is reliable.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10F556-2A69-4949-A309-0EC664FC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20383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554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98EC30-D39E-439C-8134-E6A3E3DA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529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86C449-26D9-49EB-928A-7AE3DA3E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9585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Goal, files, constraints, done-when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997F97-A1B8-47CB-B1E7-382D7FFC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7244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B513C6-8818-4AD1-9BAD-D8E312E3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74345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ECD959-CE38-4E46-9E36-AB3EE906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381500"/>
            <a:ext cx="20383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A30091-89F8-4A5D-9EFB-ABD26B6E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5529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598793-2305-4CBF-A0E9-5E1D744D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89585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Explore first, ask useful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53A2FD-0316-43AB-A490-EC2A8B9D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244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E5BC66-7C3D-4151-947C-A216062A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4345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C02CAC-2711-4576-95EA-36517125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81500"/>
            <a:ext cx="20383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554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6B28CC-61DF-4845-9806-E467E933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529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F4444"/>
                </a:solidFill>
                <a:latin typeface="Aptos"/>
                <a:ea typeface="Aptos"/>
                <a:cs typeface="Aptos"/>
              </a:rPr>
              <a:t>Validate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2A9AF4-61B1-4819-B305-72127C73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9585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Tests, review, behavior checks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3A834D-496B-4524-AAF9-043A8C44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7244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B65422-83CF-4892-8246-A583F86F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74345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B8714D-59F0-407E-A7F2-EEF29667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381500"/>
            <a:ext cx="20383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621FF2-04FE-4994-9FBB-F167C7AF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5529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Repeat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0FC6C9-FBEA-4206-80B1-ECAE1D15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89585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AGENTS.md, skills, automations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90034E-CCE5-4F1B-992A-CFECBE68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Source: OpenAI Codex Best Practices guide excerpt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EE65E1-4C30-4A55-B3D7-7BCA551A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FDBF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DBF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6710983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D46649-0C83-465B-B347-BCCDE780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F24A21-230D-4901-9829-810B5A6A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FD9ABA-9C35-4479-9090-7A737072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07C5F870-AA39-4E29-B49B-61278052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C45F18F2-4C52-4711-B813-4CEC61AB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PROMPTING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4DBEBE-88D8-4B5A-8F75-32310CD7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7810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Strong tasks start with four pieces of context.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698184-E88E-4CAF-BA8F-69C4E826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Clear prompts are not required for value, but they reduce assumptions in larger or higher-stakes repos.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701E30-FFDA-46FA-AEB6-F8A436C3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33718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268297-04F5-41CC-AFD3-8E774EBA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4978F6-A82B-4DB1-8361-FB020D8D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2895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Goal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428240-0BAE-4174-A6FE-969C39E3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71850"/>
            <a:ext cx="3009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What should change or be built?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1CFCC1-0BCD-4D61-89E6-3589D852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57500"/>
            <a:ext cx="33718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9CC2B7-0C01-48A2-9F6E-EE036D48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5750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11B1E0-CE55-414C-9803-AA6E9B8F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2895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5E2DF8-1D1A-450E-AA7B-467412BF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371850"/>
            <a:ext cx="3009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Which files, folders, docs, examples, or errors matter?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726D18-2E83-41E3-95A1-C7038DE7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29150"/>
            <a:ext cx="33718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23FFD4-4092-4D74-AAFE-0EBA8E81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2915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9BC2EF-C69A-41B5-8519-B8146CD8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006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Constraints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F83C2B-F155-4F7A-BAAA-91C3D339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43500"/>
            <a:ext cx="3009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What architecture, standards, or safety rules apply?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CBE1CC-7A82-4B9C-8F2A-3195F74C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629150"/>
            <a:ext cx="33718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1CD0E3-8351-46D9-9C15-7774D9EF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62915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69F040-F178-48E1-8684-6AA8C75F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8006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Done when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246F77-1AA5-4117-8CCA-53199AFB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143500"/>
            <a:ext cx="3009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Which tests, behavior, or acceptance checks prove completion?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B672FB-6A03-4136-AF86-77394CFE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23950"/>
            <a:ext cx="234315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B97FBF-BC15-49B2-967A-1B0ED9B5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3906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Prompt shape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D893BD-0EBC-4DDA-A637-D99DD9E9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85950"/>
            <a:ext cx="17335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FDBFE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BFDBFE"/>
                </a:solidFill>
                <a:latin typeface="Aptos Mono"/>
                <a:ea typeface="Aptos Mono"/>
                <a:cs typeface="Aptos Mono"/>
              </a:rPr>
              <a:t>Goal: ...</a:t>
            </a:r>
          </a:p>
          <a:p xmlns:a="http://schemas.openxmlformats.org/drawingml/2006/main">
            <a:pPr algn="l">
              <a:defRPr sz="1425" b="0">
                <a:solidFill>
                  <a:srgbClr val="BFDBFE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BFDBFE"/>
                </a:solidFill>
                <a:latin typeface="Aptos Mono"/>
                <a:ea typeface="Aptos Mono"/>
                <a:cs typeface="Aptos Mono"/>
              </a:rPr>
              <a:t>Context: @files, errors</a:t>
            </a:r>
          </a:p>
          <a:p xmlns:a="http://schemas.openxmlformats.org/drawingml/2006/main">
            <a:pPr algn="l">
              <a:defRPr sz="1425" b="0">
                <a:solidFill>
                  <a:srgbClr val="BFDBFE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BFDBFE"/>
                </a:solidFill>
                <a:latin typeface="Aptos Mono"/>
                <a:ea typeface="Aptos Mono"/>
                <a:cs typeface="Aptos Mono"/>
              </a:rPr>
              <a:t>Constraints: ...</a:t>
            </a:r>
          </a:p>
          <a:p xmlns:a="http://schemas.openxmlformats.org/drawingml/2006/main">
            <a:pPr algn="l">
              <a:defRPr sz="1425" b="0">
                <a:solidFill>
                  <a:srgbClr val="BFDBFE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BFDBFE"/>
                </a:solidFill>
                <a:latin typeface="Aptos Mono"/>
                <a:ea typeface="Aptos Mono"/>
                <a:cs typeface="Aptos Mono"/>
              </a:rPr>
              <a:t>Done when: tests pass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1E6FE6-715F-4E5C-9923-5F58D672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33800"/>
            <a:ext cx="1695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This is the shape to practice saying out loud during the interview.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AFD760-6CC2-4B53-9453-FFEBD8B6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OpenAI Codex Best Practices guide excerpt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7CC839-0EE3-42D7-A994-2FCBB62E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0650222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FED3D9-0170-4F5F-B341-6D63C711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178BA3-A140-4B94-8772-34F84861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DDF1BB-66B0-45EE-9AE4-25FDBD72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6CB1D646-6ABB-4FA3-B02E-2440D64A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883B5E3A-FC1D-44E6-87DD-D9AD3462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PLAN FIRST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5DF9F1-E395-4CF7-888D-83D433D8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8763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Use Plan mode when the task has ambiguity, risk, or multiple files.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D8ADBA-8308-48BD-A238-09F5BCC8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800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useful behavior is not just a plan. Codex can inspect the repo, ask targeted questions, and make implementation choices explicit before edits begin.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A54485-66EC-4C66-AB56-B0DFFF63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2000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18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DCEFF4-129F-4FC9-8A48-DA3182A7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Complex task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F830C1-6753-4E6C-93D1-376D7F09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1600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multi-step, unclear scope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CEE25B-1C9E-48A0-A95B-A8BC64F4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38500"/>
            <a:ext cx="2000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DA19B2-A510-4B06-8FFC-0B3081BD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480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Plan mode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93365D-DA06-45BB-9130-55944A2B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29050"/>
            <a:ext cx="1600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/plan or Shift+Tab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7D1402-7F30-4BDB-9CE5-F41DCC46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38500"/>
            <a:ext cx="2000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F444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00A9E0-D4CE-4631-83A4-B66F4E1C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480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F4444"/>
                </a:solidFill>
                <a:latin typeface="Aptos"/>
                <a:ea typeface="Aptos"/>
                <a:cs typeface="Aptos"/>
              </a:rPr>
              <a:t>Ready plan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BFA185-5843-41E5-B1E6-4D3B2AA8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29050"/>
            <a:ext cx="1600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approach, APIs, tests, assumptions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B3E604-D43F-402B-A00C-8886113F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38500"/>
            <a:ext cx="2000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182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3F6FB1-1BC2-4AA5-83B9-C8F3FC6C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480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Code mode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74F5CD-3A53-4085-BA99-52E028EC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29050"/>
            <a:ext cx="1600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implement and validate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A89F2B-6B75-472A-B60D-E269CD3C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810000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C00D1D-B05D-41B6-B045-0D1CE3AA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957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8D7E7B-0BA3-402C-B5B2-E926005A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810000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29DB94-AF1B-49A2-B841-78040807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957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F4444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50450C-6424-403B-9421-820BCB7D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10000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1C4C6B-7379-411C-8825-1CA69104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6957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8CB913-D78D-4D42-81B6-B34EE73E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00650"/>
            <a:ext cx="8229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D59D2C-A548-4F91-B063-5D85D4F8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53050"/>
            <a:ext cx="777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55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554"/>
                </a:solidFill>
                <a:latin typeface="Aptos"/>
                <a:ea typeface="Aptos"/>
                <a:cs typeface="Aptos"/>
              </a:rPr>
              <a:t>Interview line: "I’ll plan this first because the implementation touches UI, API behavior, and validation."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9A689A-6688-46E2-8FFE-0C0549EF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OpenAI Codex Best Practices guide excerpt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9516FB-672B-40F5-B1B2-6708E43F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5420341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E7F46F-60CD-4481-A701-0D192B26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CAEE16-5D7D-40F9-B387-4C293742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9B6966-4082-4059-BECA-99318C3C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F397A9AB-1ABE-4C30-9510-C773CF86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B25C3BF4-CB9A-4201-8327-13A8FE8B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DURABLE GUIDANCE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C642C6-B474-41CB-8F6E-B0700202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8667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Move repeated instructions into AGENTS.md once they prove useful.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3D057C-A10B-47E6-9E8B-57A12C7C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AGENTS.md is the repo-level memory for how the team builds, tests, reviews, and ships. Keep it short, practical, and updated after repeated friction.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5C266B-1DB2-474D-8E47-B79C3977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42291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F695B7-7C4C-42C6-B46F-DFF2D026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8135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AGENTS.md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7351E5-916C-4E01-9A77-1ED19935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EDB2A3-C0CA-4A88-9A97-BEB67658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9570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Repo layout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4E70A7-24B5-4D2A-85DF-3F47D4A4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695700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Where the important directories live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2141D3-E0E5-42C6-8A16-AB6F91E6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52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311814-8E1A-4F61-B8EC-E4D10ED2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576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Run commands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8AEA29-E47A-4633-B544-ACF3BC0E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057650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Build, test, lint, and local dev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3C86E5-14A2-4ABD-9235-D5DD0213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14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A91A93-1D63-46AB-8E1C-678896A4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1960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Conventions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EBAB6B-68FF-4246-A22D-A7FCC138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419600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Style, architecture, PR expectations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43CD53-F65E-49E2-BE8D-2FD35199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76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F325B6-08D6-4A1C-AB51-C91219A2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815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Do-not rules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11631E-8C66-43C0-968A-A7291BCE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81550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Safety limits and risky operations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99A75C-2CF8-4F19-93CE-794DBAF1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38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16DFDA-9898-494E-924E-635DDEC9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14350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Done means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57B4AC-B405-4321-944A-BE5A0427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143500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Verification commands and acceptance checks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D2E2C4-616B-4A7E-BD7B-D415421D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62300"/>
            <a:ext cx="3162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3829B0-3ECA-4E6B-B2ED-DC0B76EA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5755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Global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8A994F-A7DD-4500-AA51-BD72679C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766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01827"/>
                </a:solidFill>
                <a:latin typeface="Aptos Mono"/>
                <a:ea typeface="Aptos Mono"/>
                <a:cs typeface="Aptos Mono"/>
              </a:rPr>
              <a:t>~/.codex/AGENTS.md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62461A-0AC9-40AE-870D-15B93F6A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62400"/>
            <a:ext cx="3162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213908-B4D7-4CC4-B1C7-3B0A8F8D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5765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Repo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CCE082-0E76-4A4C-828E-EA9E5894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767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01827"/>
                </a:solidFill>
                <a:latin typeface="Aptos Mono"/>
                <a:ea typeface="Aptos Mono"/>
                <a:cs typeface="Aptos Mono"/>
              </a:rPr>
              <a:t>./AGENTS.md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C3C716-BBAB-48BF-811F-0F09FA3A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762500"/>
            <a:ext cx="3162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874FB7-498E-4610-B3E2-CE93C985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85775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Local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A72CEE-F32B-4DD3-99D6-87C4E1B1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768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01827"/>
                </a:solidFill>
                <a:latin typeface="Aptos Mono"/>
                <a:ea typeface="Aptos Mono"/>
                <a:cs typeface="Aptos Mono"/>
              </a:rPr>
              <a:t>subdir/AGENTS.md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DE191F-B42B-4158-A208-04EC4D5D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7150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Closer guidance wins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B6CD6E-2327-4032-BF8E-00C317A3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OpenAI Codex Best Practices guide excerpt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985D3B-42B0-4813-B61F-BE9C200C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8571102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236C00-69BA-4012-8949-9D7AE1BC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C8D595-35A3-46FF-9047-73015552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EDEED2-E71F-44A1-850F-FECEE022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379A2166-17E4-462F-9542-E65F0FD4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29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228C98FF-A10B-42B5-A006-AC638BDF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FDBF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FDBFE"/>
                </a:solidFill>
                <a:latin typeface="Aptos"/>
                <a:ea typeface="Aptos"/>
                <a:cs typeface="Aptos"/>
              </a:rPr>
              <a:t>CONFIGURATION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562421-E538-4A3A-9B94-8EE7FB7E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57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Consistency comes from config, not from retyping preferences.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EDEFAB-187A-4DE4-AA5D-4E6ECE0A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Use config.toml for durable defaults: model, reasoning effort, sandbox mode, approval policy, profiles, MCP setup, and feature flags.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3E43AE-AE86-4E8A-9690-4572A8B4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28575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9050">
            <a:solidFill>
              <a:srgbClr val="EF444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3CD37A-BE3D-4C95-83B0-B2D3E4DC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B078A3-6702-4765-83AC-4FD359D0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Personal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623666-DDB3-4F92-91C2-01220AE5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0F2FE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0F2FE"/>
                </a:solidFill>
                <a:latin typeface="Aptos Mono"/>
                <a:ea typeface="Aptos Mono"/>
                <a:cs typeface="Aptos Mono"/>
              </a:rPr>
              <a:t>~/.codex/config.toml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EDE240-081F-4E96-A3F4-CA4AA4E8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5290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Personal defaults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A45820-F527-4DA6-8D54-6E192106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24200"/>
            <a:ext cx="28575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FF822B-D69C-4B7E-B378-308A2D32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33750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A966C1-A8A9-4B16-B943-48484D41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52800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129340-06BB-4990-9B24-1FC04B40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909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0F2FE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0F2FE"/>
                </a:solidFill>
                <a:latin typeface="Aptos Mono"/>
                <a:ea typeface="Aptos Mono"/>
                <a:cs typeface="Aptos Mono"/>
              </a:rPr>
              <a:t>.codex/config.toml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AEFC66-D2AE-4416-980D-9735285D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5290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Project behavior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A42BD5-5EA1-4482-9977-EF9CECF1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24200"/>
            <a:ext cx="28575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9050">
            <a:solidFill>
              <a:srgbClr val="EF44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909AC9-5705-42C2-930C-6B34E50A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33750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762F9C-FC4B-4C96-9D4F-61904738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52800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One-off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D1BF86-797D-4C70-A163-C846C9C5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909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0F2FE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0F2FE"/>
                </a:solidFill>
                <a:latin typeface="Aptos Mono"/>
                <a:ea typeface="Aptos Mono"/>
                <a:cs typeface="Aptos Mono"/>
              </a:rPr>
              <a:t>CLI overrides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E594C3-109E-4489-8866-06D76089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5290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Temporary exceptions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FD87F9-FA90-4B97-BFB4-8074566D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19700"/>
            <a:ext cx="8667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4A1F3A-079D-4DD9-AE8C-531E109F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1970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3802A1-56CD-4495-A4B7-5241A0DB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353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Sandbox + approvals are the safety knobs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0F37C6-12FE-4B5E-A7F8-9A0F59D6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372100"/>
            <a:ext cx="447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Start tight. Loosen only for trusted repos or specific workflows once the need is clear.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861D2F-36B0-49B6-95FF-DF84602A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Source: OpenAI Codex Best Practices guide excerpt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BFD94B-283B-4B37-A59A-9108D52D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FDBF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DBF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6208230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357E83-365B-409E-A721-38787752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EAB43A-95E4-4E78-B65E-F3DCE8AF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B03C9D-6F27-4B4A-B213-A0EC6DC5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F1707FB4-2F80-47A3-BA82-05205CC0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95CC6E94-2E82-40B9-AD8F-751EC4D7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VALIDATION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06CDA0-3DC1-4B0F-A6CD-D7EA3FA0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857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Do not stop at generated code; make Codex prove the change.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4C267F-7AAC-4193-84B2-AE1B83CC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781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reliable workflow is implementation plus tests, checks, behavior confirmation, and review before accepting the diff.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723738-D197-4742-AB21-D81DC793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76600"/>
            <a:ext cx="1905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B43736-BB3A-469B-9515-6A7674F6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052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Write or update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1EA86F-0E48-4E3D-BD44-D65A3221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276600"/>
            <a:ext cx="1905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F444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4F3C80-2AFE-4C7A-8C76-CC39E3BF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052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F4444"/>
                </a:solidFill>
                <a:latin typeface="Aptos"/>
                <a:ea typeface="Aptos"/>
                <a:cs typeface="Aptos"/>
              </a:rPr>
              <a:t>Run targeted checks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52941C-BC42-4D37-948A-40A3A213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76600"/>
            <a:ext cx="1905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E9D77C-E99C-4524-9EA1-D1B00287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052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Confirm behavior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A470FA-8623-4D74-9C8B-771CC883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76600"/>
            <a:ext cx="1905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F444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A98247-08A5-415C-A32D-8561FD87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052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F4444"/>
                </a:solidFill>
                <a:latin typeface="Aptos"/>
                <a:ea typeface="Aptos"/>
                <a:cs typeface="Aptos"/>
              </a:rPr>
              <a:t>Review the diff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D27437-7627-4139-9A99-019CA283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95700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76F455-5E5C-4A47-9CA6-A1453796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814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09E1A3-565F-420C-A095-81856DD8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695700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7787FC-8FF9-4F2D-8A34-F44A05F5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814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F4444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572F18-FEDB-463B-A84D-4C0DBB35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95700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4407AE-3901-483C-A096-0A5BA70D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5814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830720-6254-462D-84E5-ECE24A5D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9339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65F2C6-CE4E-4FD0-968F-09AC8E6A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1244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Useful slash command: /review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D3CF9E-C25F-47EC-A85D-7C4C4835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162550"/>
            <a:ext cx="3867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Ask Codex to review uncommitted changes, a base branch, a commit, or a custom checklist.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BD7634-ABFF-499F-85A8-C85EAA1A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OpenAI Codex Best Practices guide excerpt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85DAD7-B86B-4411-A10D-3BF76455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4350366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A6DDE8-8E2D-47D8-B5A6-095F4D83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AA1D5B-34E8-48C3-8EA3-8DDCDD4E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C8E701-C3C9-4AA8-9E8C-7D606F97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C1383ACC-0B64-4079-8850-C06FD72B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3489D9F6-58ED-4754-8DFA-B5B34E19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REUSABLE SYSTEMS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F47500-AC7F-41DE-859F-09DE19F7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8763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MCP, Skills, and Automations turn repeated work into leverage.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5DDA81-9E6D-4389-81DD-F4E55D32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838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Start with the smallest integration that removes a real manual loop. Then package the method as a skill. Automate only after it is reliable.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E5239E-6B69-4DF5-915C-424A7E40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24200"/>
            <a:ext cx="7753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57384B-E33A-4777-A382-35355253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2385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MCP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A213DE-992A-40DC-87FB-4EE2881F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7660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Connect live external context: GitHub, Linear, docs, internal systems.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63D042-3D9C-46B2-AC19-F95FA1DB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114800"/>
            <a:ext cx="6877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1B955A-C826-4094-8E29-865AB58F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291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F4444"/>
                </a:solidFill>
                <a:latin typeface="Aptos"/>
                <a:ea typeface="Aptos"/>
                <a:cs typeface="Aptos"/>
              </a:rPr>
              <a:t>Skill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72E1D5-66FA-48D4-BE81-C9D52011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267200"/>
            <a:ext cx="445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Package a repeatable method into SKILL.md plus scripts, references, or assets.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31DE84-B8C7-46B8-8A46-35E40E26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105400"/>
            <a:ext cx="600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77817B-02B7-4D17-BC68-CF803AAF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2197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Automation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1D6F6E-3164-419C-BD90-BC178072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257800"/>
            <a:ext cx="3581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Schedule a stable workflow in the background with project, prompt, cadence, and environment.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9738D9-9A8E-40A1-9AA9-33A33844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0"/>
            <a:ext cx="10287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114C94-2249-4C0D-9516-AE96947D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390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BF274F-7FBC-482D-BD76-83F69E14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05250"/>
            <a:ext cx="7239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Skills define the method.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Automations define the schedule.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750EB7-70ED-4C58-97A7-4335486B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OpenAI Codex Best Practices guide excerpt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1175EF-7E88-4C00-AD94-79BADCD7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3822372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736220-DC3C-437A-8E8D-B4DFE322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D6FEDF-F053-4707-90EC-7B3BF12D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4CCD89-3885-4014-A3C0-1B7C9551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1FC3BC0B-7B72-4314-9E2E-1A5B1A01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29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22D3EB15-BCB8-4AD9-8564-8337AF8D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FDBF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FDBFE"/>
                </a:solidFill>
                <a:latin typeface="Aptos"/>
                <a:ea typeface="Aptos"/>
                <a:cs typeface="Aptos"/>
              </a:rPr>
              <a:t>SESSION CONTROL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291EB2-83EA-4838-8F58-37040AFC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Keep one thread per coherent unit of work.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236CED-10EE-4AD1-AF6F-264EFD5F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Codex sessions accumulate context, decisions, and actions. Use thread controls to keep that context useful instead of bloated.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D7D0EF-41AE-4DA9-A9CD-B92FA32C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2743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002EAF-248C-4C27-B5D8-3D4B3F0A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57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53ACB6-C663-406D-B5AC-4FEA56CD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909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/status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5D74B3-69A1-49B1-9324-48A7FADC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14750"/>
            <a:ext cx="2209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Confirm model, permissions, context, and workspace.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ACA8BC-16C0-4F92-B737-E89E3498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19450"/>
            <a:ext cx="2743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D94088-7153-4DDA-92DB-3669CD4C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19450"/>
            <a:ext cx="57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1742C2-6BEF-4972-B0C2-ECB0EF8B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909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F4444"/>
                </a:solidFill>
                <a:latin typeface="Aptos"/>
                <a:ea typeface="Aptos"/>
                <a:cs typeface="Aptos"/>
              </a:rPr>
              <a:t>/compact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8AFB7C-A589-4916-8A05-01B3BFDE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14750"/>
            <a:ext cx="2209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Summarize long runs before the context gets heavy.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9B8D72-642A-4511-82CE-BB0F1987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19450"/>
            <a:ext cx="2743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672F0E-B4A1-4146-A2B4-E28FDDDE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19450"/>
            <a:ext cx="57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05A56F-26CE-4957-B886-3816BB09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909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/fork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C5B9C6-E763-43C5-A57F-2BD936F0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14750"/>
            <a:ext cx="2209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Branch when the work truly diverges.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623712-4EE8-4329-A44F-59DF70E8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762500"/>
            <a:ext cx="2743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F2D57F-A51D-4218-8782-A38F36DD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762500"/>
            <a:ext cx="57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21F6D9-7B82-4805-88B6-A8403C80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9339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F4444"/>
                </a:solidFill>
                <a:latin typeface="Aptos"/>
                <a:ea typeface="Aptos"/>
                <a:cs typeface="Aptos"/>
              </a:rPr>
              <a:t>/resume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392644-2149-45BD-B52E-DE67EE8D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57800"/>
            <a:ext cx="2209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Continue a saved session with its reasoning trail.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DBE2DE-84A7-4A3F-BAA4-12414419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762500"/>
            <a:ext cx="2743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AC7097-EA64-444E-A7BB-8E0B3330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762500"/>
            <a:ext cx="57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638A23-9381-439F-8B8D-53737233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339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/agent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CE88D4-A296-4EF4-920F-5BDE8317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57800"/>
            <a:ext cx="2209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Switch among bounded subagent threads.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5445B8-1EB4-4893-8F61-A7C75C7C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Source: OpenAI Codex Best Practices guide excerpt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28DFFE-2EE0-4E42-92CA-548A70D7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FDBF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DBF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7187418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137E65-33C1-4F0D-A0EC-05CEC919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A8360-A358-445A-ADA6-802D9C78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BF81E5-948A-4B13-A6F8-C8E0D74A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FFD01E90-246E-40D7-9855-1F211058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41A3A7E4-1A18-4B95-B4F1-B3B644A4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INTERVIEW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1A0D93-D533-471A-8CE3-4EC10FB2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857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The best interview signal is calm, evidence-led operation.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EF81B4-9F17-449E-9C22-BEC6169B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800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Use this checklist in the roleplay to show how you understand, modify, and validate changes in a real codebase.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A7DC2F-8206-4A5C-AC25-B9F1D006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DAE367-AE45-4885-BCB6-D88FE30E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094346-7B83-48EA-ADBF-D9649D15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5275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Inspect first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2CAEE5-640E-4FDA-939D-6D39EAFF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718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Read AGENTS.md, README, package scripts, and likely entrypoints.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FC0DFA-9BAB-4FB6-8A98-5A17AD48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81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83CB21-4BA7-4C77-8F43-F952256B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5BF757-BF33-4059-9D50-AF41752B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5052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Trace the 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071DAB-6179-4901-96D5-547FBFE1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2425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Form -&gt; fetch -&gt; API route -&gt; validation -&gt; persistence -&gt; render.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93A422-864D-44D9-A4CF-BCDF40F3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338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DFE255-6A46-4B50-A790-F98CDB20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3B5224-F5C8-4C9A-AFE0-32428D24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5765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Plan when needed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E71595-FCC4-4F77-825E-A3F58AE2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767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Use /plan for ambiguity, multi-file work, or product tradeoffs.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0C0F5C-0903-4919-AE8E-60A4894A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86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DFB823-9C9B-4E5F-B9F8-6A1B94B7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053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ABB6E6-4848-4012-BE9D-449984BB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101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Change narrowly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8DE5E6-ED33-4490-94A0-99F07F03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2915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Follow local patterns and avoid opportunistic refactors.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76D45A-0412-44B9-AEA1-74CE1CAC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387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269DEB-EB06-46B6-A4F1-6CD6A951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578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B0AE9C-F278-40D8-9BBE-DF4BC65A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16255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Validate honestly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FFC45F-8DDC-4DE4-B27C-E7A9D6BF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816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Run tests, check UI behavior, and name any remaining risk.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D743E1-2985-4D94-9664-74AF2FD1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14700"/>
            <a:ext cx="2000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C25F0C-AAC2-4750-ABE1-9A7CCFEA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433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Closeout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FD4D54-CA23-4C5E-BC09-7F62A4DC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19550"/>
            <a:ext cx="1390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FDBFE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BFDBFE"/>
                </a:solidFill>
                <a:latin typeface="Aptos Mono"/>
                <a:ea typeface="Aptos Mono"/>
                <a:cs typeface="Aptos Mono"/>
              </a:rPr>
              <a:t>Changed X.</a:t>
            </a:r>
          </a:p>
          <a:p xmlns:a="http://schemas.openxmlformats.org/drawingml/2006/main">
            <a:pPr algn="ctr">
              <a:defRPr sz="1350" b="0">
                <a:solidFill>
                  <a:srgbClr val="BFDBFE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BFDBFE"/>
                </a:solidFill>
                <a:latin typeface="Aptos Mono"/>
                <a:ea typeface="Aptos Mono"/>
                <a:cs typeface="Aptos Mono"/>
              </a:rPr>
              <a:t>Verified Y.</a:t>
            </a:r>
          </a:p>
          <a:p xmlns:a="http://schemas.openxmlformats.org/drawingml/2006/main">
            <a:pPr algn="ctr">
              <a:defRPr sz="1350" b="0">
                <a:solidFill>
                  <a:srgbClr val="BFDBFE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BFDBFE"/>
                </a:solidFill>
                <a:latin typeface="Aptos Mono"/>
                <a:ea typeface="Aptos Mono"/>
                <a:cs typeface="Aptos Mono"/>
              </a:rPr>
              <a:t>Risk Z.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4D236B-73ED-4446-A891-D6E7096C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OpenAI Codex Best Practices guide excerpt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C329F5-6EFD-4B59-BBD5-FACC0EE2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664964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2026-05-28T04:58:39.7750000Z</dcterms:created>
  <dcterms:modified xsi:type="dcterms:W3CDTF">2026-05-28T04:58:39.7750000Z</dcterms:modified>
</coreProperties>
</file>